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B2C5F2-9EAC-495C-AAF5-EF1995E626DF}" v="6" dt="2026-05-28T19:36:34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Greavu" userId="3037d6f9c30d4d2f" providerId="LiveId" clId="{3441BB89-443F-4A2F-A136-8A548216742F}"/>
    <pc:docChg chg="undo custSel addSld delSld modSld">
      <pc:chgData name="Kayla Greavu" userId="3037d6f9c30d4d2f" providerId="LiveId" clId="{3441BB89-443F-4A2F-A136-8A548216742F}" dt="2026-05-28T19:38:30.769" v="146" actId="1076"/>
      <pc:docMkLst>
        <pc:docMk/>
      </pc:docMkLst>
      <pc:sldChg chg="addSp delSp modSp mod">
        <pc:chgData name="Kayla Greavu" userId="3037d6f9c30d4d2f" providerId="LiveId" clId="{3441BB89-443F-4A2F-A136-8A548216742F}" dt="2026-05-28T19:25:47.651" v="40" actId="1440"/>
        <pc:sldMkLst>
          <pc:docMk/>
          <pc:sldMk cId="0" sldId="256"/>
        </pc:sldMkLst>
        <pc:spChg chg="mod">
          <ac:chgData name="Kayla Greavu" userId="3037d6f9c30d4d2f" providerId="LiveId" clId="{3441BB89-443F-4A2F-A136-8A548216742F}" dt="2026-05-28T19:18:32.700" v="1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23:02.629" v="37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18:15.198" v="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19:37.668" v="24" actId="20577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Kayla Greavu" userId="3037d6f9c30d4d2f" providerId="LiveId" clId="{3441BB89-443F-4A2F-A136-8A548216742F}" dt="2026-05-28T19:19:25.308" v="15" actId="207"/>
          <ac:spMkLst>
            <pc:docMk/>
            <pc:sldMk cId="0" sldId="256"/>
            <ac:spMk id="9" creationId="{ADE1FAC2-C9BA-D3EF-0029-7E380C216897}"/>
          </ac:spMkLst>
        </pc:spChg>
        <pc:picChg chg="del">
          <ac:chgData name="Kayla Greavu" userId="3037d6f9c30d4d2f" providerId="LiveId" clId="{3441BB89-443F-4A2F-A136-8A548216742F}" dt="2026-05-28T19:18:35.985" v="6" actId="21"/>
          <ac:picMkLst>
            <pc:docMk/>
            <pc:sldMk cId="0" sldId="256"/>
            <ac:picMk id="6" creationId="{00000000-0000-0000-0000-000000000000}"/>
          </ac:picMkLst>
        </pc:picChg>
        <pc:picChg chg="add mod">
          <ac:chgData name="Kayla Greavu" userId="3037d6f9c30d4d2f" providerId="LiveId" clId="{3441BB89-443F-4A2F-A136-8A548216742F}" dt="2026-05-28T19:25:47.651" v="40" actId="1440"/>
          <ac:picMkLst>
            <pc:docMk/>
            <pc:sldMk cId="0" sldId="256"/>
            <ac:picMk id="10" creationId="{00000000-0000-0000-0000-000000000000}"/>
          </ac:picMkLst>
        </pc:picChg>
        <pc:picChg chg="add del mod">
          <ac:chgData name="Kayla Greavu" userId="3037d6f9c30d4d2f" providerId="LiveId" clId="{3441BB89-443F-4A2F-A136-8A548216742F}" dt="2026-05-28T19:20:42.702" v="34" actId="21"/>
          <ac:picMkLst>
            <pc:docMk/>
            <pc:sldMk cId="0" sldId="256"/>
            <ac:picMk id="11" creationId="{DD1682F1-1FA1-C501-4699-A7B62380934B}"/>
          </ac:picMkLst>
        </pc:picChg>
      </pc:sldChg>
      <pc:sldChg chg="addSp delSp modSp mod">
        <pc:chgData name="Kayla Greavu" userId="3037d6f9c30d4d2f" providerId="LiveId" clId="{3441BB89-443F-4A2F-A136-8A548216742F}" dt="2026-05-28T19:32:37.178" v="68" actId="122"/>
        <pc:sldMkLst>
          <pc:docMk/>
          <pc:sldMk cId="0" sldId="257"/>
        </pc:sldMkLst>
        <pc:spChg chg="mod">
          <ac:chgData name="Kayla Greavu" userId="3037d6f9c30d4d2f" providerId="LiveId" clId="{3441BB89-443F-4A2F-A136-8A548216742F}" dt="2026-05-28T19:18:32.715" v="3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18:32.714" v="2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32:33.990" v="67" actId="122"/>
          <ac:spMkLst>
            <pc:docMk/>
            <pc:sldMk cId="0" sldId="257"/>
            <ac:spMk id="8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32:37.178" v="68" actId="122"/>
          <ac:spMkLst>
            <pc:docMk/>
            <pc:sldMk cId="0" sldId="257"/>
            <ac:spMk id="9" creationId="{00000000-0000-0000-0000-000000000000}"/>
          </ac:spMkLst>
        </pc:spChg>
        <pc:picChg chg="del">
          <ac:chgData name="Kayla Greavu" userId="3037d6f9c30d4d2f" providerId="LiveId" clId="{3441BB89-443F-4A2F-A136-8A548216742F}" dt="2026-05-28T19:27:01.815" v="45" actId="21"/>
          <ac:picMkLst>
            <pc:docMk/>
            <pc:sldMk cId="0" sldId="257"/>
            <ac:picMk id="10" creationId="{00000000-0000-0000-0000-000000000000}"/>
          </ac:picMkLst>
        </pc:picChg>
        <pc:picChg chg="add mod">
          <ac:chgData name="Kayla Greavu" userId="3037d6f9c30d4d2f" providerId="LiveId" clId="{3441BB89-443F-4A2F-A136-8A548216742F}" dt="2026-05-28T19:30:49.369" v="57" actId="1076"/>
          <ac:picMkLst>
            <pc:docMk/>
            <pc:sldMk cId="0" sldId="257"/>
            <ac:picMk id="15" creationId="{BD93EE60-50EF-5DFA-7D2F-D5A935C2E970}"/>
          </ac:picMkLst>
        </pc:picChg>
      </pc:sldChg>
      <pc:sldChg chg="addSp delSp modSp mod">
        <pc:chgData name="Kayla Greavu" userId="3037d6f9c30d4d2f" providerId="LiveId" clId="{3441BB89-443F-4A2F-A136-8A548216742F}" dt="2026-05-28T19:32:20.753" v="66" actId="122"/>
        <pc:sldMkLst>
          <pc:docMk/>
          <pc:sldMk cId="0" sldId="259"/>
        </pc:sldMkLst>
        <pc:spChg chg="mod">
          <ac:chgData name="Kayla Greavu" userId="3037d6f9c30d4d2f" providerId="LiveId" clId="{3441BB89-443F-4A2F-A136-8A548216742F}" dt="2026-05-28T19:18:32.721" v="4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32:20.753" v="66" actId="122"/>
          <ac:spMkLst>
            <pc:docMk/>
            <pc:sldMk cId="0" sldId="259"/>
            <ac:spMk id="7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32:14.854" v="65" actId="122"/>
          <ac:spMkLst>
            <pc:docMk/>
            <pc:sldMk cId="0" sldId="259"/>
            <ac:spMk id="8" creationId="{00000000-0000-0000-0000-000000000000}"/>
          </ac:spMkLst>
        </pc:spChg>
        <pc:picChg chg="del">
          <ac:chgData name="Kayla Greavu" userId="3037d6f9c30d4d2f" providerId="LiveId" clId="{3441BB89-443F-4A2F-A136-8A548216742F}" dt="2026-05-28T19:26:33.624" v="41" actId="21"/>
          <ac:picMkLst>
            <pc:docMk/>
            <pc:sldMk cId="0" sldId="259"/>
            <ac:picMk id="4" creationId="{00000000-0000-0000-0000-000000000000}"/>
          </ac:picMkLst>
        </pc:picChg>
        <pc:picChg chg="add del mod">
          <ac:chgData name="Kayla Greavu" userId="3037d6f9c30d4d2f" providerId="LiveId" clId="{3441BB89-443F-4A2F-A136-8A548216742F}" dt="2026-05-28T19:26:55.834" v="44" actId="21"/>
          <ac:picMkLst>
            <pc:docMk/>
            <pc:sldMk cId="0" sldId="259"/>
            <ac:picMk id="12" creationId="{3517BE08-EA6C-63EF-B95B-76B87B94242A}"/>
          </ac:picMkLst>
        </pc:picChg>
        <pc:picChg chg="add mod">
          <ac:chgData name="Kayla Greavu" userId="3037d6f9c30d4d2f" providerId="LiveId" clId="{3441BB89-443F-4A2F-A136-8A548216742F}" dt="2026-05-28T19:32:04.286" v="63" actId="1076"/>
          <ac:picMkLst>
            <pc:docMk/>
            <pc:sldMk cId="0" sldId="259"/>
            <ac:picMk id="14" creationId="{C5926CC1-7C92-2A3C-69F1-A369FB3457A2}"/>
          </ac:picMkLst>
        </pc:picChg>
      </pc:sldChg>
      <pc:sldChg chg="addSp delSp modSp mod">
        <pc:chgData name="Kayla Greavu" userId="3037d6f9c30d4d2f" providerId="LiveId" clId="{3441BB89-443F-4A2F-A136-8A548216742F}" dt="2026-05-28T19:33:53.189" v="76" actId="122"/>
        <pc:sldMkLst>
          <pc:docMk/>
          <pc:sldMk cId="0" sldId="260"/>
        </pc:sldMkLst>
        <pc:spChg chg="mod">
          <ac:chgData name="Kayla Greavu" userId="3037d6f9c30d4d2f" providerId="LiveId" clId="{3441BB89-443F-4A2F-A136-8A548216742F}" dt="2026-05-28T19:33:44.205" v="74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33:51.067" v="75" actId="122"/>
          <ac:spMkLst>
            <pc:docMk/>
            <pc:sldMk cId="0" sldId="260"/>
            <ac:spMk id="6" creationId="{00000000-0000-0000-0000-000000000000}"/>
          </ac:spMkLst>
        </pc:spChg>
        <pc:spChg chg="mod">
          <ac:chgData name="Kayla Greavu" userId="3037d6f9c30d4d2f" providerId="LiveId" clId="{3441BB89-443F-4A2F-A136-8A548216742F}" dt="2026-05-28T19:33:53.189" v="76" actId="122"/>
          <ac:spMkLst>
            <pc:docMk/>
            <pc:sldMk cId="0" sldId="260"/>
            <ac:spMk id="7" creationId="{00000000-0000-0000-0000-000000000000}"/>
          </ac:spMkLst>
        </pc:spChg>
        <pc:picChg chg="del">
          <ac:chgData name="Kayla Greavu" userId="3037d6f9c30d4d2f" providerId="LiveId" clId="{3441BB89-443F-4A2F-A136-8A548216742F}" dt="2026-05-28T19:27:08.455" v="46" actId="21"/>
          <ac:picMkLst>
            <pc:docMk/>
            <pc:sldMk cId="0" sldId="260"/>
            <ac:picMk id="8" creationId="{00000000-0000-0000-0000-000000000000}"/>
          </ac:picMkLst>
        </pc:picChg>
        <pc:picChg chg="add mod">
          <ac:chgData name="Kayla Greavu" userId="3037d6f9c30d4d2f" providerId="LiveId" clId="{3441BB89-443F-4A2F-A136-8A548216742F}" dt="2026-05-28T19:33:32.405" v="72" actId="1076"/>
          <ac:picMkLst>
            <pc:docMk/>
            <pc:sldMk cId="0" sldId="260"/>
            <ac:picMk id="12" creationId="{E88960D2-D653-01DC-DB34-33B1B254A319}"/>
          </ac:picMkLst>
        </pc:picChg>
      </pc:sldChg>
      <pc:sldChg chg="del">
        <pc:chgData name="Kayla Greavu" userId="3037d6f9c30d4d2f" providerId="LiveId" clId="{3441BB89-443F-4A2F-A136-8A548216742F}" dt="2026-05-28T19:27:46.066" v="47" actId="2696"/>
        <pc:sldMkLst>
          <pc:docMk/>
          <pc:sldMk cId="0" sldId="261"/>
        </pc:sldMkLst>
      </pc:sldChg>
      <pc:sldChg chg="addSp delSp modSp new mod setBg">
        <pc:chgData name="Kayla Greavu" userId="3037d6f9c30d4d2f" providerId="LiveId" clId="{3441BB89-443F-4A2F-A136-8A548216742F}" dt="2026-05-28T19:38:30.769" v="146" actId="1076"/>
        <pc:sldMkLst>
          <pc:docMk/>
          <pc:sldMk cId="2450172474" sldId="261"/>
        </pc:sldMkLst>
        <pc:spChg chg="add del mod">
          <ac:chgData name="Kayla Greavu" userId="3037d6f9c30d4d2f" providerId="LiveId" clId="{3441BB89-443F-4A2F-A136-8A548216742F}" dt="2026-05-28T19:34:27.985" v="81" actId="21"/>
          <ac:spMkLst>
            <pc:docMk/>
            <pc:sldMk cId="2450172474" sldId="261"/>
            <ac:spMk id="3" creationId="{D4A8D5DB-859E-695E-5670-8CF899243749}"/>
          </ac:spMkLst>
        </pc:spChg>
        <pc:spChg chg="add mod">
          <ac:chgData name="Kayla Greavu" userId="3037d6f9c30d4d2f" providerId="LiveId" clId="{3441BB89-443F-4A2F-A136-8A548216742F}" dt="2026-05-28T19:38:22.186" v="144" actId="26606"/>
          <ac:spMkLst>
            <pc:docMk/>
            <pc:sldMk cId="2450172474" sldId="261"/>
            <ac:spMk id="4" creationId="{8DD6C32F-96D4-4C3D-D71E-B5E03FC3D4FF}"/>
          </ac:spMkLst>
        </pc:spChg>
        <pc:spChg chg="add mod">
          <ac:chgData name="Kayla Greavu" userId="3037d6f9c30d4d2f" providerId="LiveId" clId="{3441BB89-443F-4A2F-A136-8A548216742F}" dt="2026-05-28T19:38:22.186" v="144" actId="26606"/>
          <ac:spMkLst>
            <pc:docMk/>
            <pc:sldMk cId="2450172474" sldId="261"/>
            <ac:spMk id="5" creationId="{6FEEDDD8-80B5-9AF4-306F-784D2B38A3B2}"/>
          </ac:spMkLst>
        </pc:spChg>
        <pc:spChg chg="add del">
          <ac:chgData name="Kayla Greavu" userId="3037d6f9c30d4d2f" providerId="LiveId" clId="{3441BB89-443F-4A2F-A136-8A548216742F}" dt="2026-05-28T19:38:22.186" v="144" actId="26606"/>
          <ac:spMkLst>
            <pc:docMk/>
            <pc:sldMk cId="2450172474" sldId="261"/>
            <ac:spMk id="12" creationId="{4999FE9C-D8F9-4F9B-B95B-608C3EF6B209}"/>
          </ac:spMkLst>
        </pc:spChg>
        <pc:spChg chg="add del">
          <ac:chgData name="Kayla Greavu" userId="3037d6f9c30d4d2f" providerId="LiveId" clId="{3441BB89-443F-4A2F-A136-8A548216742F}" dt="2026-05-28T19:38:22.186" v="144" actId="26606"/>
          <ac:spMkLst>
            <pc:docMk/>
            <pc:sldMk cId="2450172474" sldId="261"/>
            <ac:spMk id="14" creationId="{0E9B969E-CD96-4162-BA90-449BBDA95EAE}"/>
          </ac:spMkLst>
        </pc:spChg>
        <pc:spChg chg="add del">
          <ac:chgData name="Kayla Greavu" userId="3037d6f9c30d4d2f" providerId="LiveId" clId="{3441BB89-443F-4A2F-A136-8A548216742F}" dt="2026-05-28T19:38:22.186" v="144" actId="26606"/>
          <ac:spMkLst>
            <pc:docMk/>
            <pc:sldMk cId="2450172474" sldId="261"/>
            <ac:spMk id="16" creationId="{6B6401A4-FEE5-4976-857C-1FD0CDB2E2DC}"/>
          </ac:spMkLst>
        </pc:spChg>
        <pc:spChg chg="add del">
          <ac:chgData name="Kayla Greavu" userId="3037d6f9c30d4d2f" providerId="LiveId" clId="{3441BB89-443F-4A2F-A136-8A548216742F}" dt="2026-05-28T19:38:22.186" v="144" actId="26606"/>
          <ac:spMkLst>
            <pc:docMk/>
            <pc:sldMk cId="2450172474" sldId="261"/>
            <ac:spMk id="18" creationId="{047AF1DF-6993-45FB-92A5-C36B1A680F61}"/>
          </ac:spMkLst>
        </pc:spChg>
        <pc:spChg chg="add del">
          <ac:chgData name="Kayla Greavu" userId="3037d6f9c30d4d2f" providerId="LiveId" clId="{3441BB89-443F-4A2F-A136-8A548216742F}" dt="2026-05-28T19:38:21.559" v="143" actId="26606"/>
          <ac:spMkLst>
            <pc:docMk/>
            <pc:sldMk cId="2450172474" sldId="261"/>
            <ac:spMk id="23" creationId="{4999FE9C-D8F9-4F9B-B95B-608C3EF6B209}"/>
          </ac:spMkLst>
        </pc:spChg>
        <pc:spChg chg="add del">
          <ac:chgData name="Kayla Greavu" userId="3037d6f9c30d4d2f" providerId="LiveId" clId="{3441BB89-443F-4A2F-A136-8A548216742F}" dt="2026-05-28T19:38:21.559" v="143" actId="26606"/>
          <ac:spMkLst>
            <pc:docMk/>
            <pc:sldMk cId="2450172474" sldId="261"/>
            <ac:spMk id="25" creationId="{CD000060-D06D-4A48-BD8E-978966CCA797}"/>
          </ac:spMkLst>
        </pc:spChg>
        <pc:spChg chg="add del">
          <ac:chgData name="Kayla Greavu" userId="3037d6f9c30d4d2f" providerId="LiveId" clId="{3441BB89-443F-4A2F-A136-8A548216742F}" dt="2026-05-28T19:38:21.559" v="143" actId="26606"/>
          <ac:spMkLst>
            <pc:docMk/>
            <pc:sldMk cId="2450172474" sldId="261"/>
            <ac:spMk id="27" creationId="{DE4E5113-B3D0-40F8-9F39-B2C2BF92AE31}"/>
          </ac:spMkLst>
        </pc:spChg>
        <pc:picChg chg="add mod ord">
          <ac:chgData name="Kayla Greavu" userId="3037d6f9c30d4d2f" providerId="LiveId" clId="{3441BB89-443F-4A2F-A136-8A548216742F}" dt="2026-05-28T19:38:30.769" v="146" actId="1076"/>
          <ac:picMkLst>
            <pc:docMk/>
            <pc:sldMk cId="2450172474" sldId="261"/>
            <ac:picMk id="7" creationId="{76B873EA-4323-4098-5524-94DE93173408}"/>
          </ac:picMkLst>
        </pc:picChg>
      </pc:sldChg>
      <pc:sldChg chg="del">
        <pc:chgData name="Kayla Greavu" userId="3037d6f9c30d4d2f" providerId="LiveId" clId="{3441BB89-443F-4A2F-A136-8A548216742F}" dt="2026-05-28T19:27:50.253" v="48" actId="2696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23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08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40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261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938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2100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926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99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32254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0323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154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315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9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515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82033"/>
                </a:solidFill>
              </a:rPr>
              <a:t>AI-Powered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82033"/>
                </a:solidFill>
              </a:rPr>
              <a:t>Marketing Content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82033"/>
                </a:solidFill>
              </a:rPr>
              <a:t>Generator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8368" y="3063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37083"/>
                </a:solidFill>
              </a:rPr>
              <a:t>A Streamlit web app that surfaces an OpenAI model for small-business marketing.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DSC670 Final Application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80360" y="3931920"/>
            <a:ext cx="1143000" cy="310896"/>
          </a:xfrm>
          <a:prstGeom prst="rect">
            <a:avLst/>
          </a:prstGeom>
          <a:solidFill>
            <a:srgbClr val="F3E8FF"/>
          </a:solidFill>
          <a:ln>
            <a:solidFill>
              <a:srgbClr val="F3E8FF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5/28/2026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083"/>
                </a:solidFill>
              </a:rPr>
              <a:t>AI Marketing Content Generator • Streamlit Final Deliverable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DE1FAC2-C9BA-D3EF-0029-7E380C216897}"/>
              </a:ext>
            </a:extLst>
          </p:cNvPr>
          <p:cNvSpPr/>
          <p:nvPr/>
        </p:nvSpPr>
        <p:spPr>
          <a:xfrm>
            <a:off x="4187952" y="3928872"/>
            <a:ext cx="1143000" cy="3108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3E8FF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Kayla Greavu</a:t>
            </a:r>
            <a:endParaRPr lang="en-US" sz="105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7728" r="10072"/>
          <a:stretch>
            <a:fillRect/>
          </a:stretch>
        </p:blipFill>
        <p:spPr>
          <a:xfrm>
            <a:off x="6096000" y="914400"/>
            <a:ext cx="563880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D6C32F-96D4-4C3D-D71E-B5E03FC3D4FF}"/>
              </a:ext>
            </a:extLst>
          </p:cNvPr>
          <p:cNvSpPr txBox="1"/>
          <p:nvPr/>
        </p:nvSpPr>
        <p:spPr>
          <a:xfrm>
            <a:off x="243695" y="368227"/>
            <a:ext cx="6459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F2937"/>
                </a:solidFill>
              </a:rPr>
              <a:t>AI-Powered Marketing Home Page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FEEDDD8-80B5-9AF4-306F-784D2B38A3B2}"/>
              </a:ext>
            </a:extLst>
          </p:cNvPr>
          <p:cNvSpPr/>
          <p:nvPr/>
        </p:nvSpPr>
        <p:spPr>
          <a:xfrm>
            <a:off x="326941" y="904725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37083"/>
                </a:solidFill>
              </a:rPr>
              <a:t>AI-powered Streamlit application that transforms structured business and dataset inputs into realistic marketing content using OpenAI.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B873EA-4323-4098-5524-94DE93173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90" y="1487095"/>
            <a:ext cx="9956820" cy="480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7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Project purpose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7083"/>
                </a:solidFill>
              </a:rPr>
              <a:t>Build a practical app around the fine-tuned model instead of leaving the solution inside a notebook.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</a:rPr>
              <a:t>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4389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Small businesses often need regular social posts, ads, website copy, and email content but lack time, staff, or marketing expertise.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</a:rPr>
              <a:t>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4233672"/>
            <a:ext cx="4389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A Streamlit application collects structured business inputs and optional dataset context, then sends them to the fine-tuned marketing model.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468880" cy="1005840"/>
          </a:xfrm>
          <a:prstGeom prst="rect">
            <a:avLst/>
          </a:prstGeom>
          <a:solidFill>
            <a:srgbClr val="EAF2FF"/>
          </a:solidFill>
          <a:ln>
            <a:solidFill>
              <a:srgbClr val="D7DFE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Prior work used
</a:t>
            </a:r>
            <a:r>
              <a:rPr lang="en-US" sz="1300" dirty="0">
                <a:solidFill>
                  <a:srgbClr val="1F2937"/>
                </a:solidFill>
              </a:rPr>
              <a:t>Week 1 project proposal, fine-tuning milestone, and provided vehicle/car CSV data.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1417320"/>
            <a:ext cx="2468880" cy="1005840"/>
          </a:xfrm>
          <a:prstGeom prst="rect">
            <a:avLst/>
          </a:prstGeom>
          <a:solidFill>
            <a:srgbClr val="F3E8FF"/>
          </a:solidFill>
          <a:ln>
            <a:solidFill>
              <a:srgbClr val="D7DFE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Final deliverable
</a:t>
            </a:r>
            <a:r>
              <a:rPr lang="en-US" sz="1300" dirty="0">
                <a:solidFill>
                  <a:srgbClr val="1F2937"/>
                </a:solidFill>
              </a:rPr>
              <a:t>Python Streamlit code + PowerPoint with screenshots of the running app.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06440" y="5577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7083"/>
                </a:solidFill>
              </a:rPr>
              <a:t>The data supports product context and app demonstrations; the fine-tuned model produces the marketing content.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083"/>
                </a:solidFill>
              </a:rPr>
              <a:t>AI Marketing Content Generator • Streamlit Final Deliverable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</a:rPr>
              <a:t>02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93EE60-50EF-5DFA-7D2F-D5A935C2E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318" y="2911585"/>
            <a:ext cx="5993882" cy="23515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Application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7083"/>
                </a:solidFill>
              </a:rPr>
              <a:t>The web app turns business inputs and dataset details into structured prompts for the fine-tuned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57400" y="3319272"/>
            <a:ext cx="960120" cy="0"/>
          </a:xfrm>
          <a:prstGeom prst="line">
            <a:avLst/>
          </a:prstGeom>
          <a:noFill/>
          <a:ln w="17780">
            <a:solidFill>
              <a:srgbClr val="6370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0520" y="3319272"/>
            <a:ext cx="960120" cy="0"/>
          </a:xfrm>
          <a:prstGeom prst="line">
            <a:avLst/>
          </a:prstGeom>
          <a:noFill/>
          <a:ln w="17780">
            <a:solidFill>
              <a:srgbClr val="6370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63640" y="3319272"/>
            <a:ext cx="960120" cy="0"/>
          </a:xfrm>
          <a:prstGeom prst="line">
            <a:avLst/>
          </a:prstGeom>
          <a:noFill/>
          <a:ln w="17780">
            <a:solidFill>
              <a:srgbClr val="6370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66760" y="3319272"/>
            <a:ext cx="960120" cy="0"/>
          </a:xfrm>
          <a:prstGeom prst="line">
            <a:avLst/>
          </a:prstGeom>
          <a:noFill/>
          <a:ln w="17780">
            <a:solidFill>
              <a:srgbClr val="6370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508760" cy="1371600"/>
          </a:xfrm>
          <a:prstGeom prst="rect">
            <a:avLst/>
          </a:prstGeom>
          <a:solidFill>
            <a:srgbClr val="EAF2FF"/>
          </a:solidFill>
          <a:ln>
            <a:solidFill>
              <a:srgbClr val="CFD8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CSV data
</a:t>
            </a:r>
            <a:r>
              <a:rPr lang="en-US" sz="1250" dirty="0">
                <a:solidFill>
                  <a:srgbClr val="1F2937"/>
                </a:solidFill>
              </a:rPr>
              <a:t>Vehicle/product rows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and quick visuals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2331720"/>
            <a:ext cx="1508760" cy="1371600"/>
          </a:xfrm>
          <a:prstGeom prst="rect">
            <a:avLst/>
          </a:prstGeom>
          <a:solidFill>
            <a:srgbClr val="F3E8FF"/>
          </a:solidFill>
          <a:ln>
            <a:solidFill>
              <a:srgbClr val="CFD8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Streamlit UI
</a:t>
            </a:r>
            <a:r>
              <a:rPr lang="en-US" sz="1250" dirty="0">
                <a:solidFill>
                  <a:srgbClr val="1F2937"/>
                </a:solidFill>
              </a:rPr>
              <a:t>Business type, tone,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audience, CTA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2331720"/>
            <a:ext cx="1508760" cy="1371600"/>
          </a:xfrm>
          <a:prstGeom prst="rect">
            <a:avLst/>
          </a:prstGeom>
          <a:solidFill>
            <a:srgbClr val="FFF7ED"/>
          </a:solidFill>
          <a:ln>
            <a:solidFill>
              <a:srgbClr val="CFD8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Prompt builder
</a:t>
            </a:r>
            <a:r>
              <a:rPr lang="en-US" sz="1250" dirty="0">
                <a:solidFill>
                  <a:srgbClr val="1F2937"/>
                </a:solidFill>
              </a:rPr>
              <a:t>Structured format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from milestone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95160" y="2331720"/>
            <a:ext cx="1508760" cy="1371600"/>
          </a:xfrm>
          <a:prstGeom prst="rect">
            <a:avLst/>
          </a:prstGeom>
          <a:solidFill>
            <a:srgbClr val="DCFCE7"/>
          </a:solidFill>
          <a:ln>
            <a:solidFill>
              <a:srgbClr val="CFD8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Fine-tuned model
</a:t>
            </a:r>
            <a:r>
              <a:rPr lang="en-US" sz="1250" dirty="0">
                <a:solidFill>
                  <a:srgbClr val="1F2937"/>
                </a:solidFill>
              </a:rPr>
              <a:t>Configured with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FINE_TUNED_MODEL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98280" y="2331720"/>
            <a:ext cx="1508760" cy="1371600"/>
          </a:xfrm>
          <a:prstGeom prst="rect">
            <a:avLst/>
          </a:prstGeom>
          <a:solidFill>
            <a:srgbClr val="E0F2FE"/>
          </a:solidFill>
          <a:ln>
            <a:solidFill>
              <a:srgbClr val="CFD8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Marketing copy
</a:t>
            </a:r>
            <a:r>
              <a:rPr lang="en-US" sz="1250" dirty="0">
                <a:solidFill>
                  <a:srgbClr val="1F2937"/>
                </a:solidFill>
              </a:rPr>
              <a:t>Social post, ad,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email, or web copy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</a:rPr>
              <a:t>Key design choice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The OpenAI call is isolated in `marketing_generator.py`, while `streamlit_app.py` focuses on interface, data display, and user flow.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083"/>
                </a:solidFill>
              </a:rPr>
              <a:t>AI Marketing Content Generator • Streamlit Final Deliverable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Streamlit app: data exploration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7083"/>
                </a:solidFill>
              </a:rPr>
              <a:t>The first part of the app loads the provided CSVs and gives the user a product example to include in the prompt.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73568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Data-driven prompt context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73568" y="1965960"/>
            <a:ext cx="32004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Users can select one of the car datasets, preview rows, and choose a vehicle/product record. The app converts that row into readable marketing context.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73568" y="3337560"/>
            <a:ext cx="3154680" cy="1097280"/>
          </a:xfrm>
          <a:prstGeom prst="rect">
            <a:avLst/>
          </a:prstGeom>
          <a:solidFill>
            <a:srgbClr val="EAF2FF"/>
          </a:solidFill>
          <a:ln>
            <a:solidFill>
              <a:srgbClr val="D7DFE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Why this matters
</a:t>
            </a:r>
            <a:r>
              <a:rPr lang="en-US" sz="1300" dirty="0">
                <a:solidFill>
                  <a:srgbClr val="1F2937"/>
                </a:solidFill>
              </a:rPr>
              <a:t>It shows the project can combine tabular data, app controls, and model prompting in one workflow.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73568" y="4709160"/>
            <a:ext cx="3154680" cy="1097280"/>
          </a:xfrm>
          <a:prstGeom prst="rect">
            <a:avLst/>
          </a:prstGeom>
          <a:solidFill>
            <a:srgbClr val="F3E8FF"/>
          </a:solidFill>
          <a:ln>
            <a:solidFill>
              <a:srgbClr val="D7DFE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Portfolio value
</a:t>
            </a:r>
            <a:r>
              <a:rPr lang="en-US" sz="1300" dirty="0">
                <a:solidFill>
                  <a:srgbClr val="1F2937"/>
                </a:solidFill>
              </a:rPr>
              <a:t>The app is readable, modular, and easy to explain in GitHub or during an interview.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083"/>
                </a:solidFill>
              </a:rPr>
              <a:t>AI Marketing Content Generator • Streamlit Final Deliverable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</a:rPr>
              <a:t>04</a:t>
            </a:r>
            <a:endParaRPr lang="en-US" sz="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926CC1-7C92-2A3C-69F1-A369FB345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7632"/>
            <a:ext cx="7131287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Streamlit app: model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7083"/>
                </a:solidFill>
              </a:rPr>
              <a:t>The generator form collects the same kind of structured input used during fine-tuning.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4944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Fine-tuned model use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" y="1874520"/>
            <a:ext cx="3200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The code sends the request to the configured model stored in `FINE_TUNED_MODEL`.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4944" y="3246120"/>
            <a:ext cx="3154680" cy="960120"/>
          </a:xfrm>
          <a:prstGeom prst="rect">
            <a:avLst/>
          </a:prstGeom>
          <a:solidFill>
            <a:srgbClr val="DCFCE7"/>
          </a:solidFill>
          <a:ln>
            <a:solidFill>
              <a:srgbClr val="D7DFE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User output
</a:t>
            </a:r>
            <a:r>
              <a:rPr lang="en-US" sz="1300" dirty="0">
                <a:solidFill>
                  <a:srgbClr val="1F2937"/>
                </a:solidFill>
              </a:rPr>
              <a:t>Generated copy can be downloaded as a .txt file for review or editing.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4498848"/>
            <a:ext cx="3154680" cy="1143000"/>
          </a:xfrm>
          <a:prstGeom prst="rect">
            <a:avLst/>
          </a:prstGeom>
          <a:solidFill>
            <a:srgbClr val="FFF7ED"/>
          </a:solidFill>
          <a:ln>
            <a:solidFill>
              <a:srgbClr val="D7DFE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Responsible AI
</a:t>
            </a:r>
            <a:r>
              <a:rPr lang="en-US" sz="1300" dirty="0">
                <a:solidFill>
                  <a:srgbClr val="1F2937"/>
                </a:solidFill>
              </a:rPr>
              <a:t>The footer reminds users to review accuracy, bias, brand fit, privacy, and compliance.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083"/>
                </a:solidFill>
              </a:rPr>
              <a:t>AI Marketing Content Generator • Streamlit Final Deliverable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</a:rPr>
              <a:t>05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8960D2-D653-01DC-DB34-33B1B254A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317362"/>
            <a:ext cx="7351975" cy="281763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20</TotalTime>
  <Words>503</Words>
  <Application>Microsoft Office PowerPoint</Application>
  <PresentationFormat>Widescreen</PresentationFormat>
  <Paragraphs>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DSC670/DSC680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Marketing Content Generator</dc:title>
  <dc:subject>AI-Powered Marketing Content Generator Streamlit Application</dc:subject>
  <dc:creator>Kayla Greavu</dc:creator>
  <cp:lastModifiedBy>Kayla Greavu</cp:lastModifiedBy>
  <cp:revision>1</cp:revision>
  <dcterms:created xsi:type="dcterms:W3CDTF">2026-05-28T17:04:55Z</dcterms:created>
  <dcterms:modified xsi:type="dcterms:W3CDTF">2026-05-28T19:38:35Z</dcterms:modified>
</cp:coreProperties>
</file>